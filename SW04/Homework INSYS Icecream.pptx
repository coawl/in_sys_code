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5B4726-64BE-4505-262F-18242EB7DC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D70DE26-46BF-4323-6B07-059F6693FC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9DF0C0F-1091-0A55-FEBF-63A5797AF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80F1A-A45F-4989-B630-48349C365CE4}" type="datetimeFigureOut">
              <a:rPr lang="de-CH" smtClean="0"/>
              <a:t>11.10.2025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783C4C-4567-2DEA-8EE2-FACF57110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D0414A-2C62-A9F0-3B3B-D451242DA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E27BF-F461-4F60-88F7-3B05DDAC69A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28981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433495-5E29-F76D-9259-746DD5BB3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E35EC7-9D5B-353A-68E2-FEF10DD17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AE2E61E-57B5-3C1C-E77E-3DA43D0BB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80F1A-A45F-4989-B630-48349C365CE4}" type="datetimeFigureOut">
              <a:rPr lang="de-CH" smtClean="0"/>
              <a:t>11.10.2025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FD33EDB-FDE0-18B9-5806-FD51C18F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375645B-58AC-8724-F024-67E5DA4D6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E27BF-F461-4F60-88F7-3B05DDAC69A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15450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B2C119-C81B-41C0-DBDA-559F2FF8E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94DBD9B-2AE0-BD00-BEEF-BC34B2C2CA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E3059FA-38C0-5D10-1C2D-7BD8B55E2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80F1A-A45F-4989-B630-48349C365CE4}" type="datetimeFigureOut">
              <a:rPr lang="de-CH" smtClean="0"/>
              <a:t>11.10.2025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72C443A-6D73-B16E-9601-EBE103A15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894A3F-4F32-4479-DB48-1FF561238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E27BF-F461-4F60-88F7-3B05DDAC69A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31554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E7B1B5-0B15-9C38-767C-06D5C0DA5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CA80B9-9316-50AD-C002-1860ADE289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353E46F-B1BA-EBCD-0288-80A817C975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C59B841-66BF-A298-2C64-F3279630C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80F1A-A45F-4989-B630-48349C365CE4}" type="datetimeFigureOut">
              <a:rPr lang="de-CH" smtClean="0"/>
              <a:t>11.10.2025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78DB238-1A6F-1208-7ACC-2560F809E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F64966B-B671-3E70-2A03-A9F4EDE82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E27BF-F461-4F60-88F7-3B05DDAC69A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51651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8E945F-2B75-6777-F656-E948B505B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A53C225-7A68-17DB-7950-CF7AD9FAF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68E16B4-A14B-556C-1079-5FE037E22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BD5CA09-CF93-B62B-A9B4-5C04045B67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C565390-6C51-6CAF-67F8-93E7DD0442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A09B0CE-2779-5372-49D4-B8A8F75E9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80F1A-A45F-4989-B630-48349C365CE4}" type="datetimeFigureOut">
              <a:rPr lang="de-CH" smtClean="0"/>
              <a:t>11.10.2025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16DF98A-1A7E-2B9D-B55F-767C90A89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3281F81-5D4A-31D6-4B61-32AD645A1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E27BF-F461-4F60-88F7-3B05DDAC69A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82212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91F288-2BFF-0FFD-E651-A6E451D91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C4B0EF3-A9AB-25CB-EA64-E6779A6C2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80F1A-A45F-4989-B630-48349C365CE4}" type="datetimeFigureOut">
              <a:rPr lang="de-CH" smtClean="0"/>
              <a:t>11.10.2025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0420DDF-7689-3684-209F-5DAE07E77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AFD900D-42FF-FD5C-D01B-03A77DA46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E27BF-F461-4F60-88F7-3B05DDAC69A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43628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4CB562E-2497-A2CE-2EF2-E199B72C7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80F1A-A45F-4989-B630-48349C365CE4}" type="datetimeFigureOut">
              <a:rPr lang="de-CH" smtClean="0"/>
              <a:t>11.10.2025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136553E8-4D23-74B1-9C60-FE371609C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F9033BA-D767-5FF0-2114-AF59E1FF3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E27BF-F461-4F60-88F7-3B05DDAC69A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63526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F5A893-D65B-E9D4-46E3-D869E2A7E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163160-7583-DE33-D819-BBD7FD0CE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DE19482-796C-701C-4AA1-B6F7DE555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DB33D39-E14C-6E3B-7045-D8D0D519F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80F1A-A45F-4989-B630-48349C365CE4}" type="datetimeFigureOut">
              <a:rPr lang="de-CH" smtClean="0"/>
              <a:t>11.10.2025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F9043DE-BA73-95EF-7BE1-043F99327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7F14D0B-DBD9-F2B4-ABE8-38DD9A625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E27BF-F461-4F60-88F7-3B05DDAC69A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1035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93C4A8-485E-2E75-2049-C7552378E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3F5E3CD-ADB3-5581-87B5-DB206BC4F4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CD33036-4D69-BBC6-2890-3077BE0F14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CC9CE5D-D371-96E1-9A36-E60C0D98F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80F1A-A45F-4989-B630-48349C365CE4}" type="datetimeFigureOut">
              <a:rPr lang="de-CH" smtClean="0"/>
              <a:t>11.10.2025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0AAB4C8-21DD-1736-B5A4-C8297C5C1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F69A003-C2ED-D40D-F625-728B8B385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E27BF-F461-4F60-88F7-3B05DDAC69A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2320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C49EE9-6832-3155-3F7E-4B2A47D02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5BC4468-9B47-A5E0-853F-4F1F599D64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0A5EC1-5158-5E3F-DC35-3668F62A1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80F1A-A45F-4989-B630-48349C365CE4}" type="datetimeFigureOut">
              <a:rPr lang="de-CH" smtClean="0"/>
              <a:t>11.10.2025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EA4D44-6B29-FA4C-3FEF-48BE0DCF3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3AA1C2-CD63-7712-D60E-991C04AE2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E27BF-F461-4F60-88F7-3B05DDAC69A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31002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FD1D7CB-9E6C-0571-013E-B2B4C214F7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5A2E571-B279-C095-61B6-43684E7F2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197070-C246-DCFF-878C-B56EF34E7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80F1A-A45F-4989-B630-48349C365CE4}" type="datetimeFigureOut">
              <a:rPr lang="de-CH" smtClean="0"/>
              <a:t>11.10.2025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1E2BEA-CA37-6E31-0CC6-C4E74C408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087024-5365-73DA-C7E8-0EF45A987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E27BF-F461-4F60-88F7-3B05DDAC69A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43647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F11F404-1F61-69D4-7E25-CD299B0C7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C1C323B-E161-851F-B447-7F368EDE5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5592B0-39BC-89E7-2CB0-770A2065EB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80F1A-A45F-4989-B630-48349C365CE4}" type="datetimeFigureOut">
              <a:rPr lang="de-CH" smtClean="0"/>
              <a:t>11.10.2025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CAF69AA-FF4D-58EB-1058-236634CF18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94AA36-A7D2-487A-2497-95035EFB6E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5E27BF-F461-4F60-88F7-3B05DDAC69A0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4855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B3CBC9-ADB3-6F89-6DDB-AB8D446669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 err="1"/>
              <a:t>Homework</a:t>
            </a:r>
            <a:r>
              <a:rPr lang="de-CH" dirty="0"/>
              <a:t> INSYS </a:t>
            </a:r>
            <a:r>
              <a:rPr lang="de-CH" dirty="0" err="1"/>
              <a:t>Icecream</a:t>
            </a:r>
            <a:endParaRPr lang="de-CH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BEA316B-9EB8-D978-F871-7104BC395A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29200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05F1A8B-1727-DAB0-C26C-5B08AB5AA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442" y="685800"/>
            <a:ext cx="4353116" cy="1474666"/>
          </a:xfrm>
        </p:spPr>
        <p:txBody>
          <a:bodyPr anchor="b">
            <a:normAutofit/>
          </a:bodyPr>
          <a:lstStyle/>
          <a:p>
            <a:pPr algn="ctr"/>
            <a:r>
              <a:rPr lang="de-CH" sz="3200">
                <a:solidFill>
                  <a:srgbClr val="595959"/>
                </a:solidFill>
              </a:rPr>
              <a:t>Q1:Who dominates the swiss Ice Cream market?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E693D0F-16DC-8B03-8205-EC2929A69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442" y="2447337"/>
            <a:ext cx="4353116" cy="3770434"/>
          </a:xfrm>
        </p:spPr>
        <p:txBody>
          <a:bodyPr anchor="t">
            <a:normAutofit/>
          </a:bodyPr>
          <a:lstStyle/>
          <a:p>
            <a:r>
              <a:rPr lang="de-CH" sz="2000">
                <a:solidFill>
                  <a:srgbClr val="595959"/>
                </a:solidFill>
              </a:rPr>
              <a:t>Cool Cream has the most Sales</a:t>
            </a:r>
          </a:p>
          <a:p>
            <a:endParaRPr lang="de-CH" sz="2000">
              <a:solidFill>
                <a:srgbClr val="595959"/>
              </a:solidFill>
            </a:endParaRPr>
          </a:p>
          <a:p>
            <a:endParaRPr lang="de-CH" sz="2000">
              <a:solidFill>
                <a:srgbClr val="595959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55D252D-35B3-643A-8BC8-1C3F5D50E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29" y="344571"/>
            <a:ext cx="5006903" cy="58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651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4A7FD84-11DA-BD46-5C14-CA820DE33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442" y="685800"/>
            <a:ext cx="4353116" cy="1474666"/>
          </a:xfrm>
        </p:spPr>
        <p:txBody>
          <a:bodyPr anchor="b">
            <a:normAutofit/>
          </a:bodyPr>
          <a:lstStyle/>
          <a:p>
            <a:pPr algn="ctr"/>
            <a:r>
              <a:rPr lang="de-CH" sz="3200">
                <a:solidFill>
                  <a:srgbClr val="595959"/>
                </a:solidFill>
              </a:rPr>
              <a:t>Which city consumes the most ice cream?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7D56F2C-1B43-BC56-31D7-D09F050C0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442" y="2447337"/>
            <a:ext cx="4353116" cy="3770434"/>
          </a:xfrm>
        </p:spPr>
        <p:txBody>
          <a:bodyPr anchor="t">
            <a:normAutofit/>
          </a:bodyPr>
          <a:lstStyle/>
          <a:p>
            <a:r>
              <a:rPr lang="de-CH" sz="2000">
                <a:solidFill>
                  <a:srgbClr val="595959"/>
                </a:solidFill>
              </a:rPr>
              <a:t>Zürich by the sum of sales</a:t>
            </a:r>
          </a:p>
          <a:p>
            <a:endParaRPr lang="de-CH" sz="2000">
              <a:solidFill>
                <a:srgbClr val="595959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813C5469-9DF9-0E76-1013-46929D43C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2550" y="685799"/>
            <a:ext cx="2475557" cy="553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546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AA03EDC-7067-4DFF-B672-541D016AA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BF3E39-B0BE-496A-8604-9007470FF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000" cy="686547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857F913-3805-DA2D-EC75-A897929DB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442" y="685800"/>
            <a:ext cx="4353116" cy="1474666"/>
          </a:xfrm>
        </p:spPr>
        <p:txBody>
          <a:bodyPr anchor="b">
            <a:normAutofit/>
          </a:bodyPr>
          <a:lstStyle/>
          <a:p>
            <a:pPr algn="ctr"/>
            <a:r>
              <a:rPr lang="de-CH" sz="3200">
                <a:solidFill>
                  <a:srgbClr val="595959"/>
                </a:solidFill>
              </a:rPr>
              <a:t>What is the best month of ice cream sales?</a:t>
            </a:r>
            <a:br>
              <a:rPr lang="de-CH" sz="3200">
                <a:solidFill>
                  <a:srgbClr val="595959"/>
                </a:solidFill>
              </a:rPr>
            </a:br>
            <a:endParaRPr lang="de-CH" sz="3200">
              <a:solidFill>
                <a:srgbClr val="595959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AF61FE-4399-4E55-A4FC-93F6FF07D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442" y="2447337"/>
            <a:ext cx="4353116" cy="3770434"/>
          </a:xfrm>
        </p:spPr>
        <p:txBody>
          <a:bodyPr anchor="t">
            <a:normAutofit/>
          </a:bodyPr>
          <a:lstStyle/>
          <a:p>
            <a:r>
              <a:rPr lang="de-CH" sz="2000">
                <a:solidFill>
                  <a:srgbClr val="595959"/>
                </a:solidFill>
              </a:rPr>
              <a:t>July</a:t>
            </a:r>
          </a:p>
          <a:p>
            <a:endParaRPr lang="de-CH" sz="2000">
              <a:solidFill>
                <a:srgbClr val="595959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E45A195-B126-F186-3AB4-87A5B6802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1" y="1886746"/>
            <a:ext cx="4797056" cy="313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384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2E0B667-5779-7DD8-AA73-2A13FCE8F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de-CH" sz="3800"/>
              <a:t>Do people prefer ice cream with higher calories?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37CEDF-59D5-7567-C171-140C4BDCED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de-CH" sz="2200"/>
              <a:t>Because of the trandline and it is decreasing you could say thats not the case</a:t>
            </a:r>
          </a:p>
          <a:p>
            <a:endParaRPr lang="de-CH" sz="2200"/>
          </a:p>
          <a:p>
            <a:pPr marL="0" indent="0">
              <a:buNone/>
            </a:pPr>
            <a:endParaRPr lang="de-CH" sz="2200"/>
          </a:p>
          <a:p>
            <a:pPr marL="0" indent="0">
              <a:buNone/>
            </a:pPr>
            <a:endParaRPr lang="de-CH" sz="220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9234C54-687B-F3F9-5555-A35C5948F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608144"/>
            <a:ext cx="6903720" cy="3641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21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</Words>
  <Application>Microsoft Office PowerPoint</Application>
  <PresentationFormat>Breitbild</PresentationFormat>
  <Paragraphs>10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Homework INSYS Icecream</vt:lpstr>
      <vt:lpstr>Q1:Who dominates the swiss Ice Cream market?</vt:lpstr>
      <vt:lpstr>Which city consumes the most ice cream?</vt:lpstr>
      <vt:lpstr>What is the best month of ice cream sales? </vt:lpstr>
      <vt:lpstr>Do people prefer ice cream with higher calories?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Gisler Joris TA.DE.2401</dc:creator>
  <cp:lastModifiedBy>Gisler Joris TA.DE.2401</cp:lastModifiedBy>
  <cp:revision>1</cp:revision>
  <dcterms:created xsi:type="dcterms:W3CDTF">2025-10-11T13:23:58Z</dcterms:created>
  <dcterms:modified xsi:type="dcterms:W3CDTF">2025-10-11T14:13:32Z</dcterms:modified>
</cp:coreProperties>
</file>